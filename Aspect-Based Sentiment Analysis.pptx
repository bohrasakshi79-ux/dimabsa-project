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331D9-4938-48C2-BD3B-8E21B277F4D9}" v="34" dt="2026-04-15T09:33:54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Bohra" userId="e43c0c7a3680ced3" providerId="LiveId" clId="{D8F0ED01-E8ED-437C-A60E-849E51A58C4D}"/>
    <pc:docChg chg="undo custSel addSld delSld modSld">
      <pc:chgData name="Sakshi Bohra" userId="e43c0c7a3680ced3" providerId="LiveId" clId="{D8F0ED01-E8ED-437C-A60E-849E51A58C4D}" dt="2026-04-15T09:33:54.756" v="1650"/>
      <pc:docMkLst>
        <pc:docMk/>
      </pc:docMkLst>
      <pc:sldChg chg="addSp delSp modSp new mod">
        <pc:chgData name="Sakshi Bohra" userId="e43c0c7a3680ced3" providerId="LiveId" clId="{D8F0ED01-E8ED-437C-A60E-849E51A58C4D}" dt="2026-04-15T08:58:29.238" v="54" actId="20577"/>
        <pc:sldMkLst>
          <pc:docMk/>
          <pc:sldMk cId="3913785467" sldId="256"/>
        </pc:sldMkLst>
        <pc:spChg chg="mod">
          <ac:chgData name="Sakshi Bohra" userId="e43c0c7a3680ced3" providerId="LiveId" clId="{D8F0ED01-E8ED-437C-A60E-849E51A58C4D}" dt="2026-04-15T08:57:19.336" v="9" actId="20577"/>
          <ac:spMkLst>
            <pc:docMk/>
            <pc:sldMk cId="3913785467" sldId="256"/>
            <ac:spMk id="2" creationId="{DD4B6DC2-FB48-9B00-53CF-B28ECF83E60D}"/>
          </ac:spMkLst>
        </pc:spChg>
        <pc:spChg chg="add del mod">
          <ac:chgData name="Sakshi Bohra" userId="e43c0c7a3680ced3" providerId="LiveId" clId="{D8F0ED01-E8ED-437C-A60E-849E51A58C4D}" dt="2026-04-15T08:58:29.238" v="54" actId="20577"/>
          <ac:spMkLst>
            <pc:docMk/>
            <pc:sldMk cId="3913785467" sldId="256"/>
            <ac:spMk id="3" creationId="{FC730C9D-50B8-4C10-DE5B-768266524886}"/>
          </ac:spMkLst>
        </pc:spChg>
        <pc:spChg chg="add">
          <ac:chgData name="Sakshi Bohra" userId="e43c0c7a3680ced3" providerId="LiveId" clId="{D8F0ED01-E8ED-437C-A60E-849E51A58C4D}" dt="2026-04-15T08:57:50.783" v="12"/>
          <ac:spMkLst>
            <pc:docMk/>
            <pc:sldMk cId="3913785467" sldId="256"/>
            <ac:spMk id="4" creationId="{DC891D1C-001E-B692-3CFA-7B1EB72E0AB0}"/>
          </ac:spMkLst>
        </pc:spChg>
        <pc:spChg chg="add del">
          <ac:chgData name="Sakshi Bohra" userId="e43c0c7a3680ced3" providerId="LiveId" clId="{D8F0ED01-E8ED-437C-A60E-849E51A58C4D}" dt="2026-04-15T08:58:04.911" v="15" actId="21"/>
          <ac:spMkLst>
            <pc:docMk/>
            <pc:sldMk cId="3913785467" sldId="256"/>
            <ac:spMk id="5" creationId="{8316608A-3C7D-EE8A-442F-68F1CFF4F1C9}"/>
          </ac:spMkLst>
        </pc:spChg>
        <pc:spChg chg="add mod">
          <ac:chgData name="Sakshi Bohra" userId="e43c0c7a3680ced3" providerId="LiveId" clId="{D8F0ED01-E8ED-437C-A60E-849E51A58C4D}" dt="2026-04-15T08:58:02.859" v="14" actId="21"/>
          <ac:spMkLst>
            <pc:docMk/>
            <pc:sldMk cId="3913785467" sldId="256"/>
            <ac:spMk id="6" creationId="{625F6B0C-6827-5218-E0C4-83F10677993E}"/>
          </ac:spMkLst>
        </pc:spChg>
      </pc:sldChg>
      <pc:sldChg chg="modSp new mod">
        <pc:chgData name="Sakshi Bohra" userId="e43c0c7a3680ced3" providerId="LiveId" clId="{D8F0ED01-E8ED-437C-A60E-849E51A58C4D}" dt="2026-04-15T08:59:49.592" v="69" actId="12"/>
        <pc:sldMkLst>
          <pc:docMk/>
          <pc:sldMk cId="2487487135" sldId="257"/>
        </pc:sldMkLst>
        <pc:spChg chg="mod">
          <ac:chgData name="Sakshi Bohra" userId="e43c0c7a3680ced3" providerId="LiveId" clId="{D8F0ED01-E8ED-437C-A60E-849E51A58C4D}" dt="2026-04-15T08:58:59.809" v="55"/>
          <ac:spMkLst>
            <pc:docMk/>
            <pc:sldMk cId="2487487135" sldId="257"/>
            <ac:spMk id="2" creationId="{4B629DC5-D37B-50DE-276E-420C9ED3DE64}"/>
          </ac:spMkLst>
        </pc:spChg>
        <pc:spChg chg="mod">
          <ac:chgData name="Sakshi Bohra" userId="e43c0c7a3680ced3" providerId="LiveId" clId="{D8F0ED01-E8ED-437C-A60E-849E51A58C4D}" dt="2026-04-15T08:59:49.592" v="69" actId="12"/>
          <ac:spMkLst>
            <pc:docMk/>
            <pc:sldMk cId="2487487135" sldId="257"/>
            <ac:spMk id="3" creationId="{90873E71-2D06-A3BA-D802-99F4690DE8B7}"/>
          </ac:spMkLst>
        </pc:spChg>
      </pc:sldChg>
      <pc:sldChg chg="addSp delSp modSp new mod">
        <pc:chgData name="Sakshi Bohra" userId="e43c0c7a3680ced3" providerId="LiveId" clId="{D8F0ED01-E8ED-437C-A60E-849E51A58C4D}" dt="2026-04-15T09:01:16.937" v="81"/>
        <pc:sldMkLst>
          <pc:docMk/>
          <pc:sldMk cId="1159540000" sldId="258"/>
        </pc:sldMkLst>
        <pc:spChg chg="mod">
          <ac:chgData name="Sakshi Bohra" userId="e43c0c7a3680ced3" providerId="LiveId" clId="{D8F0ED01-E8ED-437C-A60E-849E51A58C4D}" dt="2026-04-15T09:00:09.195" v="70"/>
          <ac:spMkLst>
            <pc:docMk/>
            <pc:sldMk cId="1159540000" sldId="258"/>
            <ac:spMk id="2" creationId="{ACC8FAD7-99C7-CA57-7F90-3910216B1DF0}"/>
          </ac:spMkLst>
        </pc:spChg>
        <pc:spChg chg="add del mod">
          <ac:chgData name="Sakshi Bohra" userId="e43c0c7a3680ced3" providerId="LiveId" clId="{D8F0ED01-E8ED-437C-A60E-849E51A58C4D}" dt="2026-04-15T09:01:16.937" v="81"/>
          <ac:spMkLst>
            <pc:docMk/>
            <pc:sldMk cId="1159540000" sldId="258"/>
            <ac:spMk id="3" creationId="{FB558F0B-CA69-C329-797C-75C5DEE7B38C}"/>
          </ac:spMkLst>
        </pc:spChg>
        <pc:spChg chg="add mod">
          <ac:chgData name="Sakshi Bohra" userId="e43c0c7a3680ced3" providerId="LiveId" clId="{D8F0ED01-E8ED-437C-A60E-849E51A58C4D}" dt="2026-04-15T09:00:27.125" v="72"/>
          <ac:spMkLst>
            <pc:docMk/>
            <pc:sldMk cId="1159540000" sldId="258"/>
            <ac:spMk id="4" creationId="{5072AE11-698E-FC41-9C28-20181941E628}"/>
          </ac:spMkLst>
        </pc:spChg>
      </pc:sldChg>
      <pc:sldChg chg="modSp new mod">
        <pc:chgData name="Sakshi Bohra" userId="e43c0c7a3680ced3" providerId="LiveId" clId="{D8F0ED01-E8ED-437C-A60E-849E51A58C4D}" dt="2026-04-15T09:03:00.814" v="177" actId="12"/>
        <pc:sldMkLst>
          <pc:docMk/>
          <pc:sldMk cId="2058897598" sldId="259"/>
        </pc:sldMkLst>
        <pc:spChg chg="mod">
          <ac:chgData name="Sakshi Bohra" userId="e43c0c7a3680ced3" providerId="LiveId" clId="{D8F0ED01-E8ED-437C-A60E-849E51A58C4D}" dt="2026-04-15T09:01:33.104" v="82"/>
          <ac:spMkLst>
            <pc:docMk/>
            <pc:sldMk cId="2058897598" sldId="259"/>
            <ac:spMk id="2" creationId="{31F496F8-A928-0E33-D13A-1C899FECE99D}"/>
          </ac:spMkLst>
        </pc:spChg>
        <pc:spChg chg="mod">
          <ac:chgData name="Sakshi Bohra" userId="e43c0c7a3680ced3" providerId="LiveId" clId="{D8F0ED01-E8ED-437C-A60E-849E51A58C4D}" dt="2026-04-15T09:03:00.814" v="177" actId="12"/>
          <ac:spMkLst>
            <pc:docMk/>
            <pc:sldMk cId="2058897598" sldId="259"/>
            <ac:spMk id="3" creationId="{073580D4-763B-A378-1CD4-B9DF49FCCE63}"/>
          </ac:spMkLst>
        </pc:spChg>
      </pc:sldChg>
      <pc:sldChg chg="modSp new mod">
        <pc:chgData name="Sakshi Bohra" userId="e43c0c7a3680ced3" providerId="LiveId" clId="{D8F0ED01-E8ED-437C-A60E-849E51A58C4D}" dt="2026-04-15T09:06:05.182" v="368" actId="20577"/>
        <pc:sldMkLst>
          <pc:docMk/>
          <pc:sldMk cId="3928104946" sldId="260"/>
        </pc:sldMkLst>
        <pc:spChg chg="mod">
          <ac:chgData name="Sakshi Bohra" userId="e43c0c7a3680ced3" providerId="LiveId" clId="{D8F0ED01-E8ED-437C-A60E-849E51A58C4D}" dt="2026-04-15T09:04:24.760" v="185"/>
          <ac:spMkLst>
            <pc:docMk/>
            <pc:sldMk cId="3928104946" sldId="260"/>
            <ac:spMk id="2" creationId="{360CB9A7-6296-9599-2F05-8448AC096C35}"/>
          </ac:spMkLst>
        </pc:spChg>
        <pc:spChg chg="mod">
          <ac:chgData name="Sakshi Bohra" userId="e43c0c7a3680ced3" providerId="LiveId" clId="{D8F0ED01-E8ED-437C-A60E-849E51A58C4D}" dt="2026-04-15T09:06:05.182" v="368" actId="20577"/>
          <ac:spMkLst>
            <pc:docMk/>
            <pc:sldMk cId="3928104946" sldId="260"/>
            <ac:spMk id="3" creationId="{A7905F67-ED38-485F-F24A-8336C3C57E6F}"/>
          </ac:spMkLst>
        </pc:spChg>
      </pc:sldChg>
      <pc:sldChg chg="addSp delSp modSp new del mod">
        <pc:chgData name="Sakshi Bohra" userId="e43c0c7a3680ced3" providerId="LiveId" clId="{D8F0ED01-E8ED-437C-A60E-849E51A58C4D}" dt="2026-04-15T09:04:20.368" v="183" actId="47"/>
        <pc:sldMkLst>
          <pc:docMk/>
          <pc:sldMk cId="4049886060" sldId="260"/>
        </pc:sldMkLst>
        <pc:spChg chg="mod">
          <ac:chgData name="Sakshi Bohra" userId="e43c0c7a3680ced3" providerId="LiveId" clId="{D8F0ED01-E8ED-437C-A60E-849E51A58C4D}" dt="2026-04-15T09:04:17.333" v="182" actId="6549"/>
          <ac:spMkLst>
            <pc:docMk/>
            <pc:sldMk cId="4049886060" sldId="260"/>
            <ac:spMk id="2" creationId="{F15184D8-0B0C-B3FC-5254-2A1538BF043F}"/>
          </ac:spMkLst>
        </pc:spChg>
        <pc:spChg chg="del">
          <ac:chgData name="Sakshi Bohra" userId="e43c0c7a3680ced3" providerId="LiveId" clId="{D8F0ED01-E8ED-437C-A60E-849E51A58C4D}" dt="2026-04-15T09:03:48.657" v="180"/>
          <ac:spMkLst>
            <pc:docMk/>
            <pc:sldMk cId="4049886060" sldId="260"/>
            <ac:spMk id="3" creationId="{65E50E7F-14F1-3F1F-7D8E-9F8F2C9639BB}"/>
          </ac:spMkLst>
        </pc:spChg>
        <pc:spChg chg="add mod">
          <ac:chgData name="Sakshi Bohra" userId="e43c0c7a3680ced3" providerId="LiveId" clId="{D8F0ED01-E8ED-437C-A60E-849E51A58C4D}" dt="2026-04-15T09:04:03.734" v="181" actId="20577"/>
          <ac:spMkLst>
            <pc:docMk/>
            <pc:sldMk cId="4049886060" sldId="260"/>
            <ac:spMk id="4" creationId="{48530ABA-FC19-831E-31A0-D3843ADC81C7}"/>
          </ac:spMkLst>
        </pc:spChg>
      </pc:sldChg>
      <pc:sldChg chg="modSp new mod">
        <pc:chgData name="Sakshi Bohra" userId="e43c0c7a3680ced3" providerId="LiveId" clId="{D8F0ED01-E8ED-437C-A60E-849E51A58C4D}" dt="2026-04-15T09:31:48.211" v="1643" actId="20577"/>
        <pc:sldMkLst>
          <pc:docMk/>
          <pc:sldMk cId="1897222089" sldId="261"/>
        </pc:sldMkLst>
        <pc:spChg chg="mod">
          <ac:chgData name="Sakshi Bohra" userId="e43c0c7a3680ced3" providerId="LiveId" clId="{D8F0ED01-E8ED-437C-A60E-849E51A58C4D}" dt="2026-04-15T09:31:48.211" v="1643" actId="20577"/>
          <ac:spMkLst>
            <pc:docMk/>
            <pc:sldMk cId="1897222089" sldId="261"/>
            <ac:spMk id="2" creationId="{071AA633-A98E-B3D5-C114-EE5BA8D13E93}"/>
          </ac:spMkLst>
        </pc:spChg>
        <pc:spChg chg="mod">
          <ac:chgData name="Sakshi Bohra" userId="e43c0c7a3680ced3" providerId="LiveId" clId="{D8F0ED01-E8ED-437C-A60E-849E51A58C4D}" dt="2026-04-15T09:31:45.410" v="1641" actId="12"/>
          <ac:spMkLst>
            <pc:docMk/>
            <pc:sldMk cId="1897222089" sldId="261"/>
            <ac:spMk id="3" creationId="{8BEAA978-EF76-6B09-C0A5-217A774715DB}"/>
          </ac:spMkLst>
        </pc:spChg>
      </pc:sldChg>
      <pc:sldChg chg="modSp new del mod">
        <pc:chgData name="Sakshi Bohra" userId="e43c0c7a3680ced3" providerId="LiveId" clId="{D8F0ED01-E8ED-437C-A60E-849E51A58C4D}" dt="2026-04-15T09:28:18.988" v="1618" actId="47"/>
        <pc:sldMkLst>
          <pc:docMk/>
          <pc:sldMk cId="3298182844" sldId="262"/>
        </pc:sldMkLst>
        <pc:spChg chg="mod">
          <ac:chgData name="Sakshi Bohra" userId="e43c0c7a3680ced3" providerId="LiveId" clId="{D8F0ED01-E8ED-437C-A60E-849E51A58C4D}" dt="2026-04-15T09:15:26.798" v="654" actId="20577"/>
          <ac:spMkLst>
            <pc:docMk/>
            <pc:sldMk cId="3298182844" sldId="262"/>
            <ac:spMk id="2" creationId="{C30252C5-B5E9-03AA-732C-6E441C34BA12}"/>
          </ac:spMkLst>
        </pc:spChg>
        <pc:spChg chg="mod">
          <ac:chgData name="Sakshi Bohra" userId="e43c0c7a3680ced3" providerId="LiveId" clId="{D8F0ED01-E8ED-437C-A60E-849E51A58C4D}" dt="2026-04-15T09:16:45.571" v="753" actId="20577"/>
          <ac:spMkLst>
            <pc:docMk/>
            <pc:sldMk cId="3298182844" sldId="262"/>
            <ac:spMk id="3" creationId="{32BC7169-E1B0-91FC-530E-87992B17E0B3}"/>
          </ac:spMkLst>
        </pc:spChg>
      </pc:sldChg>
      <pc:sldChg chg="addSp delSp modSp new mod">
        <pc:chgData name="Sakshi Bohra" userId="e43c0c7a3680ced3" providerId="LiveId" clId="{D8F0ED01-E8ED-437C-A60E-849E51A58C4D}" dt="2026-04-15T09:28:54.197" v="1628" actId="1076"/>
        <pc:sldMkLst>
          <pc:docMk/>
          <pc:sldMk cId="3738209594" sldId="263"/>
        </pc:sldMkLst>
        <pc:spChg chg="add del mod">
          <ac:chgData name="Sakshi Bohra" userId="e43c0c7a3680ced3" providerId="LiveId" clId="{D8F0ED01-E8ED-437C-A60E-849E51A58C4D}" dt="2026-04-15T09:18:19.286" v="793" actId="20577"/>
          <ac:spMkLst>
            <pc:docMk/>
            <pc:sldMk cId="3738209594" sldId="263"/>
            <ac:spMk id="2" creationId="{2128C297-3929-408E-B1E2-3639280FCA78}"/>
          </ac:spMkLst>
        </pc:spChg>
        <pc:spChg chg="del">
          <ac:chgData name="Sakshi Bohra" userId="e43c0c7a3680ced3" providerId="LiveId" clId="{D8F0ED01-E8ED-437C-A60E-849E51A58C4D}" dt="2026-04-15T09:17:18.811" v="755" actId="931"/>
          <ac:spMkLst>
            <pc:docMk/>
            <pc:sldMk cId="3738209594" sldId="263"/>
            <ac:spMk id="3" creationId="{DC9B4CE5-443C-77BE-52BA-F24A72BEB727}"/>
          </ac:spMkLst>
        </pc:spChg>
        <pc:picChg chg="add mod ord">
          <ac:chgData name="Sakshi Bohra" userId="e43c0c7a3680ced3" providerId="LiveId" clId="{D8F0ED01-E8ED-437C-A60E-849E51A58C4D}" dt="2026-04-15T09:28:09.713" v="1617" actId="1076"/>
          <ac:picMkLst>
            <pc:docMk/>
            <pc:sldMk cId="3738209594" sldId="263"/>
            <ac:picMk id="5" creationId="{2B23B733-9732-C0F9-FEEC-C04CD464FD65}"/>
          </ac:picMkLst>
        </pc:picChg>
        <pc:picChg chg="add mod">
          <ac:chgData name="Sakshi Bohra" userId="e43c0c7a3680ced3" providerId="LiveId" clId="{D8F0ED01-E8ED-437C-A60E-849E51A58C4D}" dt="2026-04-15T09:28:54.197" v="1628" actId="1076"/>
          <ac:picMkLst>
            <pc:docMk/>
            <pc:sldMk cId="3738209594" sldId="263"/>
            <ac:picMk id="7" creationId="{6C56AF18-3D73-2251-C35E-B8AF9CA4D4DD}"/>
          </ac:picMkLst>
        </pc:picChg>
      </pc:sldChg>
      <pc:sldChg chg="modSp new mod">
        <pc:chgData name="Sakshi Bohra" userId="e43c0c7a3680ced3" providerId="LiveId" clId="{D8F0ED01-E8ED-437C-A60E-849E51A58C4D}" dt="2026-04-15T09:27:59.442" v="1616" actId="12"/>
        <pc:sldMkLst>
          <pc:docMk/>
          <pc:sldMk cId="4153645764" sldId="264"/>
        </pc:sldMkLst>
        <pc:spChg chg="mod">
          <ac:chgData name="Sakshi Bohra" userId="e43c0c7a3680ced3" providerId="LiveId" clId="{D8F0ED01-E8ED-437C-A60E-849E51A58C4D}" dt="2026-04-15T09:18:36.168" v="795"/>
          <ac:spMkLst>
            <pc:docMk/>
            <pc:sldMk cId="4153645764" sldId="264"/>
            <ac:spMk id="2" creationId="{988342A8-AFCE-AE30-1917-7B0F0C083C4E}"/>
          </ac:spMkLst>
        </pc:spChg>
        <pc:spChg chg="mod">
          <ac:chgData name="Sakshi Bohra" userId="e43c0c7a3680ced3" providerId="LiveId" clId="{D8F0ED01-E8ED-437C-A60E-849E51A58C4D}" dt="2026-04-15T09:27:59.442" v="1616" actId="12"/>
          <ac:spMkLst>
            <pc:docMk/>
            <pc:sldMk cId="4153645764" sldId="264"/>
            <ac:spMk id="3" creationId="{65668DEC-E365-7700-5846-85311BFC0A68}"/>
          </ac:spMkLst>
        </pc:spChg>
      </pc:sldChg>
      <pc:sldChg chg="modSp new mod">
        <pc:chgData name="Sakshi Bohra" userId="e43c0c7a3680ced3" providerId="LiveId" clId="{D8F0ED01-E8ED-437C-A60E-849E51A58C4D}" dt="2026-04-15T09:27:44.785" v="1613" actId="12"/>
        <pc:sldMkLst>
          <pc:docMk/>
          <pc:sldMk cId="2454053459" sldId="265"/>
        </pc:sldMkLst>
        <pc:spChg chg="mod">
          <ac:chgData name="Sakshi Bohra" userId="e43c0c7a3680ced3" providerId="LiveId" clId="{D8F0ED01-E8ED-437C-A60E-849E51A58C4D}" dt="2026-04-15T09:20:04.940" v="976" actId="20577"/>
          <ac:spMkLst>
            <pc:docMk/>
            <pc:sldMk cId="2454053459" sldId="265"/>
            <ac:spMk id="2" creationId="{60ADD9A3-5129-8A3B-0FC5-265CB35E6222}"/>
          </ac:spMkLst>
        </pc:spChg>
        <pc:spChg chg="mod">
          <ac:chgData name="Sakshi Bohra" userId="e43c0c7a3680ced3" providerId="LiveId" clId="{D8F0ED01-E8ED-437C-A60E-849E51A58C4D}" dt="2026-04-15T09:27:44.785" v="1613" actId="12"/>
          <ac:spMkLst>
            <pc:docMk/>
            <pc:sldMk cId="2454053459" sldId="265"/>
            <ac:spMk id="3" creationId="{B5F7B7A9-D897-7E14-91F5-C62685C8EEFC}"/>
          </ac:spMkLst>
        </pc:spChg>
      </pc:sldChg>
      <pc:sldChg chg="modSp new mod">
        <pc:chgData name="Sakshi Bohra" userId="e43c0c7a3680ced3" providerId="LiveId" clId="{D8F0ED01-E8ED-437C-A60E-849E51A58C4D}" dt="2026-04-15T09:27:38.666" v="1612" actId="12"/>
        <pc:sldMkLst>
          <pc:docMk/>
          <pc:sldMk cId="3486365731" sldId="266"/>
        </pc:sldMkLst>
        <pc:spChg chg="mod">
          <ac:chgData name="Sakshi Bohra" userId="e43c0c7a3680ced3" providerId="LiveId" clId="{D8F0ED01-E8ED-437C-A60E-849E51A58C4D}" dt="2026-04-15T09:21:17.052" v="1109" actId="20577"/>
          <ac:spMkLst>
            <pc:docMk/>
            <pc:sldMk cId="3486365731" sldId="266"/>
            <ac:spMk id="2" creationId="{DC013D9A-7003-A5AE-3BAB-AAA3BD51F8F0}"/>
          </ac:spMkLst>
        </pc:spChg>
        <pc:spChg chg="mod">
          <ac:chgData name="Sakshi Bohra" userId="e43c0c7a3680ced3" providerId="LiveId" clId="{D8F0ED01-E8ED-437C-A60E-849E51A58C4D}" dt="2026-04-15T09:27:38.666" v="1612" actId="12"/>
          <ac:spMkLst>
            <pc:docMk/>
            <pc:sldMk cId="3486365731" sldId="266"/>
            <ac:spMk id="3" creationId="{7D77868A-3A14-8E5E-D268-D08DB11DBDA4}"/>
          </ac:spMkLst>
        </pc:spChg>
      </pc:sldChg>
      <pc:sldChg chg="modSp new mod">
        <pc:chgData name="Sakshi Bohra" userId="e43c0c7a3680ced3" providerId="LiveId" clId="{D8F0ED01-E8ED-437C-A60E-849E51A58C4D}" dt="2026-04-15T09:27:31.984" v="1611" actId="12"/>
        <pc:sldMkLst>
          <pc:docMk/>
          <pc:sldMk cId="3384424161" sldId="267"/>
        </pc:sldMkLst>
        <pc:spChg chg="mod">
          <ac:chgData name="Sakshi Bohra" userId="e43c0c7a3680ced3" providerId="LiveId" clId="{D8F0ED01-E8ED-437C-A60E-849E51A58C4D}" dt="2026-04-15T09:22:22.815" v="1235" actId="20577"/>
          <ac:spMkLst>
            <pc:docMk/>
            <pc:sldMk cId="3384424161" sldId="267"/>
            <ac:spMk id="2" creationId="{C58E7991-5203-E729-40B6-F307D50ADE0E}"/>
          </ac:spMkLst>
        </pc:spChg>
        <pc:spChg chg="mod">
          <ac:chgData name="Sakshi Bohra" userId="e43c0c7a3680ced3" providerId="LiveId" clId="{D8F0ED01-E8ED-437C-A60E-849E51A58C4D}" dt="2026-04-15T09:27:31.984" v="1611" actId="12"/>
          <ac:spMkLst>
            <pc:docMk/>
            <pc:sldMk cId="3384424161" sldId="267"/>
            <ac:spMk id="3" creationId="{7FFB1810-F393-73D8-1380-061E8251CCFC}"/>
          </ac:spMkLst>
        </pc:spChg>
      </pc:sldChg>
      <pc:sldChg chg="addSp modSp new mod">
        <pc:chgData name="Sakshi Bohra" userId="e43c0c7a3680ced3" providerId="LiveId" clId="{D8F0ED01-E8ED-437C-A60E-849E51A58C4D}" dt="2026-04-15T09:33:54.756" v="1650"/>
        <pc:sldMkLst>
          <pc:docMk/>
          <pc:sldMk cId="939277887" sldId="268"/>
        </pc:sldMkLst>
        <pc:spChg chg="mod">
          <ac:chgData name="Sakshi Bohra" userId="e43c0c7a3680ced3" providerId="LiveId" clId="{D8F0ED01-E8ED-437C-A60E-849E51A58C4D}" dt="2026-04-15T09:23:46.445" v="1393" actId="20577"/>
          <ac:spMkLst>
            <pc:docMk/>
            <pc:sldMk cId="939277887" sldId="268"/>
            <ac:spMk id="2" creationId="{BECCDA2D-52BE-2E99-A20C-8042F98E4FD8}"/>
          </ac:spMkLst>
        </pc:spChg>
        <pc:spChg chg="mod">
          <ac:chgData name="Sakshi Bohra" userId="e43c0c7a3680ced3" providerId="LiveId" clId="{D8F0ED01-E8ED-437C-A60E-849E51A58C4D}" dt="2026-04-15T09:33:54.756" v="1650"/>
          <ac:spMkLst>
            <pc:docMk/>
            <pc:sldMk cId="939277887" sldId="268"/>
            <ac:spMk id="3" creationId="{8A1E18E6-E6EF-F545-8EC5-F11BB121058B}"/>
          </ac:spMkLst>
        </pc:spChg>
        <pc:spChg chg="add mod">
          <ac:chgData name="Sakshi Bohra" userId="e43c0c7a3680ced3" providerId="LiveId" clId="{D8F0ED01-E8ED-437C-A60E-849E51A58C4D}" dt="2026-04-15T09:32:53.750" v="1647" actId="1076"/>
          <ac:spMkLst>
            <pc:docMk/>
            <pc:sldMk cId="939277887" sldId="268"/>
            <ac:spMk id="4" creationId="{560B0DD7-703D-97D8-3D84-41C1C82247DC}"/>
          </ac:spMkLst>
        </pc:spChg>
      </pc:sldChg>
      <pc:sldChg chg="modSp new mod">
        <pc:chgData name="Sakshi Bohra" userId="e43c0c7a3680ced3" providerId="LiveId" clId="{D8F0ED01-E8ED-437C-A60E-849E51A58C4D}" dt="2026-04-15T09:27:16.780" v="1609" actId="12"/>
        <pc:sldMkLst>
          <pc:docMk/>
          <pc:sldMk cId="1269356961" sldId="269"/>
        </pc:sldMkLst>
        <pc:spChg chg="mod">
          <ac:chgData name="Sakshi Bohra" userId="e43c0c7a3680ced3" providerId="LiveId" clId="{D8F0ED01-E8ED-437C-A60E-849E51A58C4D}" dt="2026-04-15T09:24:29.229" v="1449" actId="20577"/>
          <ac:spMkLst>
            <pc:docMk/>
            <pc:sldMk cId="1269356961" sldId="269"/>
            <ac:spMk id="2" creationId="{D9F03580-4973-AD66-6D9B-629165B4E558}"/>
          </ac:spMkLst>
        </pc:spChg>
        <pc:spChg chg="mod">
          <ac:chgData name="Sakshi Bohra" userId="e43c0c7a3680ced3" providerId="LiveId" clId="{D8F0ED01-E8ED-437C-A60E-849E51A58C4D}" dt="2026-04-15T09:27:16.780" v="1609" actId="12"/>
          <ac:spMkLst>
            <pc:docMk/>
            <pc:sldMk cId="1269356961" sldId="269"/>
            <ac:spMk id="3" creationId="{FB834D34-D685-D14D-B2E5-E8B22D7D8615}"/>
          </ac:spMkLst>
        </pc:spChg>
      </pc:sldChg>
      <pc:sldChg chg="addSp delSp modSp new mod">
        <pc:chgData name="Sakshi Bohra" userId="e43c0c7a3680ced3" providerId="LiveId" clId="{D8F0ED01-E8ED-437C-A60E-849E51A58C4D}" dt="2026-04-15T09:31:30.498" v="1640" actId="1076"/>
        <pc:sldMkLst>
          <pc:docMk/>
          <pc:sldMk cId="2311551502" sldId="270"/>
        </pc:sldMkLst>
        <pc:spChg chg="mod">
          <ac:chgData name="Sakshi Bohra" userId="e43c0c7a3680ced3" providerId="LiveId" clId="{D8F0ED01-E8ED-437C-A60E-849E51A58C4D}" dt="2026-04-15T09:29:15.215" v="1630"/>
          <ac:spMkLst>
            <pc:docMk/>
            <pc:sldMk cId="2311551502" sldId="270"/>
            <ac:spMk id="2" creationId="{D7465707-749C-93A3-DE61-277988990EA6}"/>
          </ac:spMkLst>
        </pc:spChg>
        <pc:spChg chg="del">
          <ac:chgData name="Sakshi Bohra" userId="e43c0c7a3680ced3" providerId="LiveId" clId="{D8F0ED01-E8ED-437C-A60E-849E51A58C4D}" dt="2026-04-15T09:30:14.810" v="1631" actId="22"/>
          <ac:spMkLst>
            <pc:docMk/>
            <pc:sldMk cId="2311551502" sldId="270"/>
            <ac:spMk id="3" creationId="{8F46003B-418F-B190-2921-275D1CBB6EE1}"/>
          </ac:spMkLst>
        </pc:spChg>
        <pc:picChg chg="add mod ord">
          <ac:chgData name="Sakshi Bohra" userId="e43c0c7a3680ced3" providerId="LiveId" clId="{D8F0ED01-E8ED-437C-A60E-849E51A58C4D}" dt="2026-04-15T09:30:18.158" v="1632" actId="1076"/>
          <ac:picMkLst>
            <pc:docMk/>
            <pc:sldMk cId="2311551502" sldId="270"/>
            <ac:picMk id="5" creationId="{A62E896E-922F-9BD9-CAA4-349B4B1537EC}"/>
          </ac:picMkLst>
        </pc:picChg>
        <pc:picChg chg="add mod">
          <ac:chgData name="Sakshi Bohra" userId="e43c0c7a3680ced3" providerId="LiveId" clId="{D8F0ED01-E8ED-437C-A60E-849E51A58C4D}" dt="2026-04-15T09:31:30.498" v="1640" actId="1076"/>
          <ac:picMkLst>
            <pc:docMk/>
            <pc:sldMk cId="2311551502" sldId="270"/>
            <ac:picMk id="7" creationId="{5F91CF2E-633F-A167-C34E-3BCCCE114A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56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8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7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5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4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1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3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9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324A00B-9DFC-4FCC-B216-9DAE731E8C3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EC6B80-058E-4389-8821-9CE02B2ED24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97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imabsa-project-cadd7qrkfxf7duu4trduzv.streamlit.app/" TargetMode="External"/><Relationship Id="rId2" Type="http://schemas.openxmlformats.org/officeDocument/2006/relationships/hyperlink" Target="https://github.com/bohrasakshi79-ux/dimabsa-projec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6DC2-FB48-9B00-53CF-B28ECF83E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Aspect-Based Sentiment Analysis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30C9D-50B8-4C10-DE5B-768266524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ABAI1010L – Foundations of AI Programming</a:t>
            </a:r>
          </a:p>
          <a:p>
            <a:r>
              <a:rPr lang="en-US" dirty="0"/>
              <a:t>Name: Sakshi Bohra(A25ARIU0062)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8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9DC5-D37B-50DE-276E-420C9ED3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3E71-2D06-A3BA-D802-99F4690DE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Traditional sentiment analysis gives only overall sentiment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It does not identify sentiment for specific aspects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br>
              <a:rPr lang="en-US" dirty="0"/>
            </a:br>
            <a:r>
              <a:rPr lang="en-US" i="1" dirty="0"/>
              <a:t>“Food is good but service is bad”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Need a system that analyzes sentiment for each aspect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8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FAD7-99C7-CA57-7F90-3910216B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8F0B-CA69-C329-797C-75C5DEE7B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build an Aspect-Based Sentiment Analyzer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classify sentiment as Positive or Negative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analyze sentiment for specific aspects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develop a user-friendly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15954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96F8-A928-0E33-D13A-1C899FEC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80D4-763B-A378-1CD4-B9DF49FCC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Streamlit (for web app)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Transformers Library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Pre-trained NLP Model (DistilBERT)</a:t>
            </a:r>
          </a:p>
        </p:txBody>
      </p:sp>
    </p:spTree>
    <p:extLst>
      <p:ext uri="{BB962C8B-B14F-4D97-AF65-F5344CB8AC3E}">
        <p14:creationId xmlns:p14="http://schemas.microsoft.com/office/powerpoint/2010/main" val="2058897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B9A7-6296-9599-2F05-8448AC09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5F67-ED38-485F-F24A-8336C3C57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users enters sentence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User provides aspects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Model analyzes overall sentiment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Model analyzes each aspect separately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Results are displayed on the web interface</a:t>
            </a:r>
          </a:p>
        </p:txBody>
      </p:sp>
    </p:spTree>
    <p:extLst>
      <p:ext uri="{BB962C8B-B14F-4D97-AF65-F5344CB8AC3E}">
        <p14:creationId xmlns:p14="http://schemas.microsoft.com/office/powerpoint/2010/main" val="392810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A633-A98E-B3D5-C114-EE5BA8D1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A978-EF76-6B09-C0A5-217A77471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Used Hugging Face Transformers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Loaded sentiment analysis pipeline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Built UI using Streamlit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Integrated model with web interface</a:t>
            </a:r>
          </a:p>
        </p:txBody>
      </p:sp>
    </p:spTree>
    <p:extLst>
      <p:ext uri="{BB962C8B-B14F-4D97-AF65-F5344CB8AC3E}">
        <p14:creationId xmlns:p14="http://schemas.microsoft.com/office/powerpoint/2010/main" val="1897222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C297-3929-408E-B1E2-3639280F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23B733-9732-C0F9-FEEC-C04CD464F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62" y="1809687"/>
            <a:ext cx="4136658" cy="402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56AF18-3D73-2251-C35E-B8AF9CA4D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9687"/>
            <a:ext cx="4757844" cy="423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0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5707-749C-93A3-DE61-27798899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2E896E-922F-9BD9-CAA4-349B4B153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093" y="1873695"/>
            <a:ext cx="4132811" cy="402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91CF2E-633F-A167-C34E-3BCCCE11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234" y="1873695"/>
            <a:ext cx="5165901" cy="425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5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42A8-AFCE-AE30-1917-7B0F0C08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8DEC-E365-7700-5846-85311BFC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Model successfully identifies sentiment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Works for multiple aspects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Provides accurate results for simple sentences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Limitation is complex sentences.</a:t>
            </a:r>
          </a:p>
        </p:txBody>
      </p:sp>
    </p:spTree>
    <p:extLst>
      <p:ext uri="{BB962C8B-B14F-4D97-AF65-F5344CB8AC3E}">
        <p14:creationId xmlns:p14="http://schemas.microsoft.com/office/powerpoint/2010/main" val="4153645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D9A3-5129-8A3B-0FC5-265CB35E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7B7A9-D897-7E14-91F5-C62685C8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More detailed than basic sentiment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Easy to use interface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Real-time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Can be further extended</a:t>
            </a:r>
          </a:p>
        </p:txBody>
      </p:sp>
    </p:spTree>
    <p:extLst>
      <p:ext uri="{BB962C8B-B14F-4D97-AF65-F5344CB8AC3E}">
        <p14:creationId xmlns:p14="http://schemas.microsoft.com/office/powerpoint/2010/main" val="245405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3D9A-7003-A5AE-3BAB-AAA3BD51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868A-3A14-8E5E-D268-D08DB11DB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Difficulty with complex sentences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Depends on pre-trained model accuracy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Limited context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48636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E7991-5203-E729-40B6-F307D50A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1810-F393-73D8-1380-061E8251C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Improve accuracy using advanced models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Add multilingual support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Deploy as mobile application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Integrate with real-world data</a:t>
            </a:r>
          </a:p>
        </p:txBody>
      </p:sp>
    </p:spTree>
    <p:extLst>
      <p:ext uri="{BB962C8B-B14F-4D97-AF65-F5344CB8AC3E}">
        <p14:creationId xmlns:p14="http://schemas.microsoft.com/office/powerpoint/2010/main" val="338442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DA2D-52BE-2E99-A20C-8042F98E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E18E6-E6EF-F545-8EC5-F11BB1210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 Link:  </a:t>
            </a:r>
            <a:r>
              <a:rPr lang="en-US" dirty="0">
                <a:hlinkClick r:id="rId2"/>
              </a:rPr>
              <a:t>bohrasakshi79-ux/</a:t>
            </a:r>
            <a:r>
              <a:rPr lang="en-US" dirty="0" err="1">
                <a:hlinkClick r:id="rId2"/>
              </a:rPr>
              <a:t>dimabsa</a:t>
            </a:r>
            <a:r>
              <a:rPr lang="en-US" dirty="0">
                <a:hlinkClick r:id="rId2"/>
              </a:rPr>
              <a:t>-project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Deployment Link: </a:t>
            </a:r>
            <a:r>
              <a:rPr lang="en-US" dirty="0">
                <a:hlinkClick r:id="rId3"/>
              </a:rPr>
              <a:t>Sentiment Analyzer · Streamlit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7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03580-4973-AD66-6D9B-629165B4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34D34-D685-D14D-B2E5-E8B22D7D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Successfully developed ABSA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Implemented using NLP techniques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Deployed as web application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Provides useful insights for users</a:t>
            </a:r>
          </a:p>
        </p:txBody>
      </p:sp>
    </p:spTree>
    <p:extLst>
      <p:ext uri="{BB962C8B-B14F-4D97-AF65-F5344CB8AC3E}">
        <p14:creationId xmlns:p14="http://schemas.microsoft.com/office/powerpoint/2010/main" val="12693569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251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Aspect-Based Sentiment Analysis using Python</vt:lpstr>
      <vt:lpstr>Problem Statement</vt:lpstr>
      <vt:lpstr>Objective</vt:lpstr>
      <vt:lpstr>Technology Used</vt:lpstr>
      <vt:lpstr>Methodology</vt:lpstr>
      <vt:lpstr>Implementation</vt:lpstr>
      <vt:lpstr>Experimental Results</vt:lpstr>
      <vt:lpstr>Experimental Results</vt:lpstr>
      <vt:lpstr>Experimental Results</vt:lpstr>
      <vt:lpstr>Advantages</vt:lpstr>
      <vt:lpstr>Limitations </vt:lpstr>
      <vt:lpstr>Future Scope</vt:lpstr>
      <vt:lpstr>GitHub and Deployment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Bohra</dc:creator>
  <cp:lastModifiedBy>Sakshi Bohra</cp:lastModifiedBy>
  <cp:revision>1</cp:revision>
  <dcterms:created xsi:type="dcterms:W3CDTF">2026-04-15T08:55:34Z</dcterms:created>
  <dcterms:modified xsi:type="dcterms:W3CDTF">2026-04-15T09:34:04Z</dcterms:modified>
</cp:coreProperties>
</file>